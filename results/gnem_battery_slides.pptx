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Economica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096703-64EF-4A8F-8970-3CA5900B9E45}">
  <a:tblStyle styleId="{9C096703-64EF-4A8F-8970-3CA5900B9E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.fntdata"/><Relationship Id="rId22" Type="http://schemas.openxmlformats.org/officeDocument/2006/relationships/font" Target="fonts/Economica-boldItalic.fntdata"/><Relationship Id="rId21" Type="http://schemas.openxmlformats.org/officeDocument/2006/relationships/font" Target="fonts/Economica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conomica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c93af2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c93af2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0c93af2c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0c93af2c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0c93af2c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0c93af2c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0c93af2c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0c93af2c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0c93af2c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0c93af2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0c93af2c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0c93af2c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0c93af2c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0c93af2c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0c93af2c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0c93af2c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0c93af2c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0c93af2c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0c93af2c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0c93af2c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c93af2c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0c93af2c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github.com/levonl22/gnem-battery-degradati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Prediction of Lithium-Ion Battery End-of-Life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GNEM Research Fellow · Levon Lau · July 2026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github.com/levonl22/gnem-battery-degradation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motivation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Lithium-ion cells lose capacity over cycling; full life tests can run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hundreds to thousands of cycles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predict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end-of-life (EOL)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early-cycle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measurements before obvious fade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EOL definition: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first cycle where discharge capacity &lt;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of initial capacity (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cycle_index ≥ 1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MIT-Stanford-Toyota fast-charging cohort (Severson et al., 2019)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reproducible Python pipeline → hand-crafted features + tree models vs GRU sequence model → monotonic SOH check → early-cycle window ablation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Dataset &amp; pipeline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Raw: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140 JSON files (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FastCharge_*_structure.json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) from MATR.io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Cleaned: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134 unique cells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(duplicate barcodes → longest run kept; one partial cell dropped)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Grain: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about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111k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per-cycle rows in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cycle_summary.csv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44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cell-level features in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cell_features.csv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Split: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cell-level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94 / 20 / 20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train · val · test (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random_state = 42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) — never random row splits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Pipeline: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notebooks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· processed CSVs · metrics JSON · figures in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Labels — capacity fade &amp; cycle-life spread</a:t>
            </a:r>
            <a:endParaRPr/>
          </a:p>
        </p:txBody>
      </p:sp>
      <p:pic>
        <p:nvPicPr>
          <p:cNvPr id="81" name="Google Shape;81;p16" title="capacity_fade_exampl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425" y="831300"/>
            <a:ext cx="4114575" cy="2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0" y="1076925"/>
            <a:ext cx="4260300" cy="15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Single cell: discharge capacity vs cycle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Red dashed: 80% threshold · orange: computed EOL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Figure: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results/figures/capacity_fade_example.png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6" title="eol_distributi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425" y="2888550"/>
            <a:ext cx="4114575" cy="20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572000" y="2985225"/>
            <a:ext cx="4260300" cy="18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134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cells · median EOL about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792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cycles · range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159–2,237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Wide spread motivates cell-level modeling and cautious test metrics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Figure: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results/figures/eol_distribution.png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Early-cycle features (Week 3)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814500" y="831300"/>
            <a:ext cx="3874500" cy="3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Input windows: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first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20 / 50 / 100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cycles per cell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44 features per cell: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capacity, SOH, resistance,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energy efficiency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temperature summaries +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Severson-style ΔV(Q)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(voltage-curve change between cycles 10→50 and 10→100)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Exploratory screening: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Pearson correlation vs EOL on all 134 cells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Strongest linear signals: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ΔV(Q) spread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delta_v_std_c10_c100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|r| about 0.8) · efficiency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efficiency_mean_w100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r about 0.78)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Weaker alone: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raw capacity at cycle 100 — curve shape and efficiency shift before obvious fade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Figure: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results/figures/feature_correlation.png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7" title="feature_correlation.png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610650" y="738300"/>
            <a:ext cx="4203851" cy="42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Classical ML baselines (20-cell test set)</a:t>
            </a:r>
            <a:endParaRPr/>
          </a:p>
        </p:txBody>
      </p:sp>
      <p:pic>
        <p:nvPicPr>
          <p:cNvPr id="97" name="Google Shape;97;p18" title="model_comparison_baselin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50" y="1168150"/>
            <a:ext cx="4932176" cy="317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5079250" y="826950"/>
            <a:ext cx="3893400" cy="16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cell_features.csv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— 44 features ·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EOL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Models: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linear regression · ElasticNet · random forest ·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XGBoost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Tuning: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validation MAE ·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Test set untouched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during hyperparameter search</a:t>
            </a:r>
            <a:endParaRPr/>
          </a:p>
        </p:txBody>
      </p:sp>
      <p:graphicFrame>
        <p:nvGraphicFramePr>
          <p:cNvPr id="99" name="Google Shape;99;p18"/>
          <p:cNvGraphicFramePr/>
          <p:nvPr/>
        </p:nvGraphicFramePr>
        <p:xfrm>
          <a:off x="5079238" y="244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{9C096703-64EF-4A8F-8970-3CA5900B9E45}</a:tableStyleId>
              </a:tblPr>
              <a:tblGrid>
                <a:gridCol w="1297800"/>
                <a:gridCol w="1297800"/>
                <a:gridCol w="12978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Model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MAE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MAPE (about)</a:t>
                      </a:r>
                      <a:endParaRPr b="1" sz="7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Linear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133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18%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ElasticNet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132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19%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Random forest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101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13%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XGBoost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85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11%</a:t>
                      </a:r>
                      <a:endParaRPr b="1" sz="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8"/>
          <p:cNvSpPr txBox="1"/>
          <p:nvPr/>
        </p:nvSpPr>
        <p:spPr>
          <a:xfrm>
            <a:off x="5079250" y="3888225"/>
            <a:ext cx="38934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Figure: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results/figures/model_comparison_baselines.png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Tabular models — predicted vs true EOL (test)</a:t>
            </a:r>
            <a:endParaRPr/>
          </a:p>
        </p:txBody>
      </p:sp>
      <p:pic>
        <p:nvPicPr>
          <p:cNvPr id="106" name="Google Shape;106;p19" title="pred_vs_true_eol_baselin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75" y="831300"/>
            <a:ext cx="4079726" cy="4079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0" y="831300"/>
            <a:ext cx="4260300" cy="4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Tree ensembles clearly beat linear models on holdout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XGBoost best: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about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85 cycles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MAE (about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11%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MAPE)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RF / XGBoost importance: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ΔV(Q)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energy efficiency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rank highest (consistent with correlation)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Caveat: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only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test cells → indicative metrics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Figure: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results/figures/pred_vs_true_eol_baselines.png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1694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GRU on early per-cycle trajectories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0" y="1253663"/>
            <a:ext cx="4168800" cy="3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Input: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first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100 cycles × 4 channels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— SOH, resistance, energy efficiency, temperature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cycle_summary.csv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Model: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PyTorch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GRU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· 16-combo hyperparameter grid on validation MAE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Not in sequence input: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ΔV(Q) features (live in raw JSON only)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Test MAE: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about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110 cycles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— competitive but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behind XGBoost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(about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85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Plausible reasons: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94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training cells · no voltage-curve channels · little capacity fade in first 100 cycles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Figure: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results/figures/pred_vs_true_eol_sequence.png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0" title="pred_vs_true_eol_sequence.png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592175" y="1000775"/>
            <a:ext cx="3760171" cy="375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Physics-inspired SOH regularization (Week 6)</a:t>
            </a:r>
            <a:endParaRPr/>
          </a:p>
        </p:txBody>
      </p:sp>
      <p:pic>
        <p:nvPicPr>
          <p:cNvPr id="120" name="Google Shape;120;p21" title="soh_curves_constrain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25" y="921775"/>
            <a:ext cx="4459876" cy="3693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model_comparison_soh_penalt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847" y="921763"/>
            <a:ext cx="4260299" cy="24344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572000" y="3356225"/>
            <a:ext cx="4572000" cy="15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Dual-head GRU: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predicts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EOL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SOH trajectory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(100 values per cell)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Monotonic penalty: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discourage SOH increasing cycle-to-cycle (λ ∈ {0.01, 0.1, 1.0})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EOL test MAE: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about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112 cycles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constrained vs unconstrained —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essentially unchanged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Violation rate drops only slightly; XGBoost still best for EOL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Light regularizer —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full physics-informed neural network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Figures: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results/figures/soh_curves_constrained.png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results/figures/model_comparison_soh_penalty.png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Classical ML baselines (20-cell test set)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205025" y="831300"/>
            <a:ext cx="3893400" cy="12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if you only observe the first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cycles, how well can you predict EOL?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Same split &amp; metrics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· XGBoost uses valid feature subset at each </a:t>
            </a:r>
            <a:r>
              <a:rPr i="1" lang="e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· GRU uses first </a:t>
            </a:r>
            <a:r>
              <a:rPr i="1" lang="en" sz="12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timesteps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p22"/>
          <p:cNvGraphicFramePr/>
          <p:nvPr/>
        </p:nvGraphicFramePr>
        <p:xfrm>
          <a:off x="205013" y="20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{9C096703-64EF-4A8F-8970-3CA5900B9E45}</a:tableStyleId>
              </a:tblPr>
              <a:tblGrid>
                <a:gridCol w="1297800"/>
                <a:gridCol w="1297800"/>
                <a:gridCol w="1297800"/>
              </a:tblGrid>
              <a:tr h="288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XGBoost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GRU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167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144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107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143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100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85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110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2"/>
          <p:cNvSpPr txBox="1"/>
          <p:nvPr/>
        </p:nvSpPr>
        <p:spPr>
          <a:xfrm>
            <a:off x="205025" y="3531125"/>
            <a:ext cx="38934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XGBoost gains sharply with </a:t>
            </a:r>
            <a:r>
              <a:rPr i="1"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 (ΔV(Q) from </a:t>
            </a:r>
            <a:r>
              <a:rPr i="1" lang="en" sz="1100">
                <a:solidFill>
                  <a:schemeClr val="dk1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 ≥ 50)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GRU flat at 20–50, improves at 100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Best model is context-dependent</a:t>
            </a:r>
            <a:r>
              <a:rPr lang="en" sz="1100">
                <a:solidFill>
                  <a:schemeClr val="dk1"/>
                </a:solidFill>
              </a:rPr>
              <a:t> on window length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Figure: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results/figures/ablation_early_cycles.png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31" name="Google Shape;131;p22" title="ablation_early_cycl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6100" y="1379213"/>
            <a:ext cx="4997900" cy="2855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Small cohort: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134 cells ·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20-cell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test holdout → high metric variance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Single dataset: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LFP/graphite · fast-charge protocol only; transfer untested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Asymmetric inputs: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XGBoost uses ΔV(Q) from raw JSON; GRU uses four summary channels only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Duplicate barcodes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in raw files (longest run kept); residual protocol heterogeneity possible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Mechanism-agnostic features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capacity summaries do not identify degradation mode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EOL definition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80% of first measured capacity is one convention among many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Conclusions &amp; future work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Built a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reproducible pipeline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from raw JSON to ML-ready tables, models, and figures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Best overall: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XGBoost at </a:t>
            </a:r>
            <a:r>
              <a:rPr i="1" lang="en" sz="1500"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= 100 — test MAE about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85 cycles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(about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11%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MAPE)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Early screening: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about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50–100 cycles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+ voltage-curve / efficiency features support useful lifetime estimates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Sequence model: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GRU viable but does not beat tabular model at full window on this dataset size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Monotonic SOH penalty: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small curve-shape effect; does not improve EOL error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Future work: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External validation (NASA / CALCE) · ΔV(Q) channels in sequence models · larger cohorts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Deliverables: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8–12 page report · GitHub repo · </a:t>
            </a:r>
            <a:r>
              <a:rPr lang="en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docs/future_work.md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